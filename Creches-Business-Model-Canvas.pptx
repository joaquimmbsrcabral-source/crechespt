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914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🍼 Creches.app </a:t>
            </a:r>
            <a:pPr indent="0" marL="0">
              <a:buNone/>
            </a:pPr>
            <a:r>
              <a:rPr lang="en-US" sz="2100" b="1" dirty="0">
                <a:solidFill>
                  <a:srgbClr val="FF6B9D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· Business Model Canvas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492240" y="164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Missão sem fins lucrativos · 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82880" y="621792"/>
            <a:ext cx="1700784" cy="331012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69494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CE4FF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" y="694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🤝 Parcerias-chave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024128"/>
            <a:ext cx="153619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Fundação (financiador âncora, bastidores)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GEP / Segurança Social — Carta Social e Creche Feliz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Câmaras municipais (dados oficiais)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Redes IPSS: Misericórdias, Mutualidades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Pediatras, obstetras e maternidades (canal de recomendação)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Imprensa (NiT, Público…) e comunidade OpenStreetMap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1938528" y="621792"/>
            <a:ext cx="1700784" cy="161848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0" y="69494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9F2EF"/>
          </a:solidFill>
          <a:ln/>
        </p:spPr>
      </p:sp>
      <p:sp>
        <p:nvSpPr>
          <p:cNvPr id="10" name="Text 8"/>
          <p:cNvSpPr/>
          <p:nvPr/>
        </p:nvSpPr>
        <p:spPr>
          <a:xfrm>
            <a:off x="2011680" y="694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⚙️ Atividades-chave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29968" y="1024128"/>
            <a:ext cx="15361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Dados: verificar 2.800+ creches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Produto: mapa, vagas em tempo real, painel das creches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Terreno: ativar creches, uma a uma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Moderação e confiança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1938528" y="2313432"/>
            <a:ext cx="1700784" cy="161848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238658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9F2EF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23865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💎 Recursos-chave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29968" y="2715768"/>
            <a:ext cx="15361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Dataset mais completo do país + comunidade que o verifica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Marca founder-led («construído por um pai»)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500+ famílias registadas; creches com conta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Equipa 5→10 · infra low-cost (Firebase/Vercel)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666744" y="594360"/>
            <a:ext cx="1755648" cy="3364992"/>
          </a:xfrm>
          <a:prstGeom prst="roundRect">
            <a:avLst>
              <a:gd name="adj" fmla="val 4167"/>
            </a:avLst>
          </a:prstGeom>
          <a:solidFill>
            <a:srgbClr val="FFE2EC"/>
          </a:solidFill>
          <a:ln/>
        </p:spPr>
      </p:sp>
      <p:sp>
        <p:nvSpPr>
          <p:cNvPr id="17" name="Shape 15"/>
          <p:cNvSpPr/>
          <p:nvPr/>
        </p:nvSpPr>
        <p:spPr>
          <a:xfrm>
            <a:off x="3694176" y="621792"/>
            <a:ext cx="1700784" cy="331012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67328" y="69494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E2EC"/>
          </a:solidFill>
          <a:ln/>
        </p:spPr>
      </p:sp>
      <p:sp>
        <p:nvSpPr>
          <p:cNvPr id="19" name="Text 17"/>
          <p:cNvSpPr/>
          <p:nvPr/>
        </p:nvSpPr>
        <p:spPr>
          <a:xfrm>
            <a:off x="3767328" y="694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💛 Proposta de valor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85616" y="1024128"/>
            <a:ext cx="153619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Pais: encontrar creche sem perder a cabeça — mapa, custos, comparação, vagas em tempo real e (futuro) candidatura. Grátis.</a:t>
            </a:r>
            <a:endParaRPr lang="en-US" sz="88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Creches: balcão digital gratuito — perfil, fotos, vagas, famílias interessadas</a:t>
            </a:r>
            <a:endParaRPr lang="en-US" sz="88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8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País: transparência num sistema opaco; dados abertos sobre a 1.ª infância</a:t>
            </a:r>
            <a:endParaRPr lang="en-US" sz="88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Sem anúncios · sem venda de dados · para sempre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449824" y="621792"/>
            <a:ext cx="1700784" cy="161848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22976" y="69494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EF5E1"/>
          </a:solidFill>
          <a:ln/>
        </p:spPr>
      </p:sp>
      <p:sp>
        <p:nvSpPr>
          <p:cNvPr id="23" name="Text 21"/>
          <p:cNvSpPr/>
          <p:nvPr/>
        </p:nvSpPr>
        <p:spPr>
          <a:xfrm>
            <a:off x="5522976" y="694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💬 Relação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541264" y="1024128"/>
            <a:ext cx="15361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Founder-led: proximidade e resposta pessoal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Comunidade: pais reportam vagas e correções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Self-service simples, sem login obrigatório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Newsletter e redes sociais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5449824" y="2313432"/>
            <a:ext cx="1700784" cy="1618488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22976" y="238658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DEF5E1"/>
          </a:solidFill>
          <a:ln/>
        </p:spPr>
      </p:sp>
      <p:sp>
        <p:nvSpPr>
          <p:cNvPr id="27" name="Text 25"/>
          <p:cNvSpPr/>
          <p:nvPr/>
        </p:nvSpPr>
        <p:spPr>
          <a:xfrm>
            <a:off x="5522976" y="23865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📣 Canais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41264" y="2715768"/>
            <a:ext cx="15361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SEO: 2.859 páginas + 1.º no Gemini (GEO)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Imprensa e passa-palavra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Instagram · pediatras e maternidades (kits)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PWA instalável → app nativa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205472" y="621792"/>
            <a:ext cx="1700784" cy="331012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78624" y="69494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FE3D2"/>
          </a:solidFill>
          <a:ln/>
        </p:spPr>
      </p:sp>
      <p:sp>
        <p:nvSpPr>
          <p:cNvPr id="31" name="Text 29"/>
          <p:cNvSpPr/>
          <p:nvPr/>
        </p:nvSpPr>
        <p:spPr>
          <a:xfrm>
            <a:off x="7278624" y="6949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👪 Segmentos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96912" y="1024128"/>
            <a:ext cx="1536192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Pais e grávidas — ~250 mil crianças 0-3 anos; pico: corrida a Setembro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Creches — 2.800+ (IPSS, privadas, públicas) que competem por visibilidade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Famílias expatriadas (~50 mil em Lisboa)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Indiretos: Estado, autarquias, investigadores, jornalistas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182880" y="4005072"/>
            <a:ext cx="4352544" cy="10287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407822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FFF1D6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" y="4078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💸 Estrutura de custos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4407408"/>
            <a:ext cx="41879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~2/3 em pessoas (equipa 5→10): €308 mil (ano 1) → €715 mil (ano 5) · total ~€2,57M/5 anos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Marketing + terreno ~18% · infra ~3% · legal ~9% · reserva 10%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4608576" y="4005072"/>
            <a:ext cx="4352544" cy="10287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2700000">
              <a:srgbClr val="3C285A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81728" y="4078224"/>
            <a:ext cx="4206240" cy="274320"/>
          </a:xfrm>
          <a:prstGeom prst="roundRect">
            <a:avLst>
              <a:gd name="adj" fmla="val 50000"/>
            </a:avLst>
          </a:prstGeom>
          <a:solidFill>
            <a:srgbClr val="DEF5E1"/>
          </a:solidFill>
          <a:ln/>
        </p:spPr>
      </p:sp>
      <p:sp>
        <p:nvSpPr>
          <p:cNvPr id="39" name="Text 37"/>
          <p:cNvSpPr/>
          <p:nvPr/>
        </p:nvSpPr>
        <p:spPr>
          <a:xfrm>
            <a:off x="4681728" y="40782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235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🌱 Sustentabilidade (sem receita comercial)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0016" y="4407408"/>
            <a:ext cx="418795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b="1" dirty="0">
                <a:solidFill>
                  <a:srgbClr val="2C2356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Financiamento filantrópico: Fundação âncora (tranches anuais c/ KPIs) + co-financiadores a partir do ano 2 (Gulbenkian, La Caixa, EDP)</a:t>
            </a:r>
            <a:endParaRPr lang="en-US" sz="86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60" dirty="0">
                <a:solidFill>
                  <a:srgbClr val="6E6989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Futuro: protocolos com Estado/câmaras · Estatuto: proibido ads, freemium e venda de dados</a:t>
            </a:r>
            <a:endParaRPr lang="en-US" sz="8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Creches.app — Business Model Canvas</dc:title>
  <dc:subject>PptxGenJS Presentation</dc:subject>
  <dc:creator>Joaquim Cabral</dc:creator>
  <cp:lastModifiedBy>Joaquim Cabral</cp:lastModifiedBy>
  <cp:revision>1</cp:revision>
  <dcterms:created xsi:type="dcterms:W3CDTF">2026-07-07T15:01:24Z</dcterms:created>
  <dcterms:modified xsi:type="dcterms:W3CDTF">2026-07-07T15:01:24Z</dcterms:modified>
</cp:coreProperties>
</file>